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677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isteriaM7/NETWORK-PORT-SCANNER-GUI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02169" y="3202503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Ruchita Maaran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040" y="873506"/>
            <a:ext cx="4998720" cy="743448"/>
          </a:xfrm>
        </p:spPr>
        <p:txBody>
          <a:bodyPr>
            <a:noAutofit/>
          </a:bodyPr>
          <a:lstStyle/>
          <a:p>
            <a:pPr algn="ctr"/>
            <a:r>
              <a:rPr lang="en-GB" sz="4400" dirty="0"/>
              <a:t>NETWORK PORT SCANNER GUI</a:t>
            </a:r>
            <a:endParaRPr lang="en-IN" sz="44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6C6EBB-597F-CEA2-E411-D8210E2B116D}"/>
              </a:ext>
            </a:extLst>
          </p:cNvPr>
          <p:cNvSpPr txBox="1">
            <a:spLocks/>
          </p:cNvSpPr>
          <p:nvPr/>
        </p:nvSpPr>
        <p:spPr>
          <a:xfrm>
            <a:off x="4700755" y="4456701"/>
            <a:ext cx="3400089" cy="8614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Saveetha Institute of Medical and Technical Sciences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D468F96-767D-7AE9-4D4B-514C52317D97}"/>
              </a:ext>
            </a:extLst>
          </p:cNvPr>
          <p:cNvSpPr txBox="1">
            <a:spLocks/>
          </p:cNvSpPr>
          <p:nvPr/>
        </p:nvSpPr>
        <p:spPr>
          <a:xfrm>
            <a:off x="4161136" y="3834349"/>
            <a:ext cx="3939708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b="0" dirty="0">
                <a:solidFill>
                  <a:schemeClr val="tx1"/>
                </a:solidFill>
              </a:rPr>
              <a:t>STU67d828c8ccc881742219464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3" grpId="0" build="p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Autofit/>
          </a:bodyPr>
          <a:lstStyle/>
          <a:p>
            <a:r>
              <a:rPr lang="en-US" sz="2400" dirty="0"/>
              <a:t>Network administrators and developers need a simple, fast way to identify open TCP ports on target hosts. </a:t>
            </a:r>
          </a:p>
          <a:p>
            <a:r>
              <a:rPr lang="en-US" sz="2400" dirty="0"/>
              <a:t>Existing tools like Nmap require CLI expertise with complex flag syntax, lack real-time visual feedback, and have steep learning curves. </a:t>
            </a:r>
          </a:p>
          <a:p>
            <a:r>
              <a:rPr lang="en-US" sz="2400" dirty="0"/>
              <a:t>There's a gap for a lightweight, GUI-based alternative that requires zero configuration and works cross-platform without external dependencies.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85D409-A762-0F8B-AA04-EC0D36C94DF6}"/>
              </a:ext>
            </a:extLst>
          </p:cNvPr>
          <p:cNvSpPr txBox="1"/>
          <p:nvPr/>
        </p:nvSpPr>
        <p:spPr>
          <a:xfrm>
            <a:off x="660400" y="2140085"/>
            <a:ext cx="89018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Network Port Scanner GUI is a Python-based graphical application that performs TCP port scanning with a focus on simplicity and speed.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provides a 3-field interface (target, start port, end port), uses multi-threading to scan up to 500 ports concurrently, automatically identifies common services (FTP, SSH, HTTP, MySQL, RDP, etc.), displays real-time progress with a live progress bar, allows users to stop scans gracefully, and exports results to a .txt file.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entire application runs cross-platform (Windows, macOS, Linux) with zero third-party dependencies.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1. System Administrators - Verify services are running on expected ports</a:t>
            </a:r>
          </a:p>
          <a:p>
            <a:r>
              <a:rPr lang="en-US" dirty="0"/>
              <a:t>2. Network Engineers - Troubleshoot connectivity issues and audit port availability</a:t>
            </a:r>
          </a:p>
          <a:p>
            <a:r>
              <a:rPr lang="en-US" dirty="0"/>
              <a:t>3. Cybersecurity Professionals - Perform vulnerability assessments on authorized systems</a:t>
            </a:r>
          </a:p>
          <a:p>
            <a:r>
              <a:rPr lang="en-US" dirty="0"/>
              <a:t>4. Software Developers - Check if local services (localhost:3000, 5432, etc.) are listening</a:t>
            </a:r>
          </a:p>
          <a:p>
            <a:r>
              <a:rPr lang="en-US" dirty="0"/>
              <a:t>5. IT Support / Help Desk - Diagnose port connectivity issues for end users</a:t>
            </a:r>
          </a:p>
          <a:p>
            <a:r>
              <a:rPr lang="en-US" dirty="0"/>
              <a:t>6. Students &amp; Learners - Understand port scanning concepts without complex tools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9293" y="1043382"/>
            <a:ext cx="8093414" cy="524344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IN" sz="1600" b="1" dirty="0"/>
              <a:t>- Python 3.7+ (primary language, cross-platform)</a:t>
            </a:r>
          </a:p>
          <a:p>
            <a:pPr>
              <a:lnSpc>
                <a:spcPct val="120000"/>
              </a:lnSpc>
            </a:pPr>
            <a:r>
              <a:rPr lang="en-IN" sz="1600" b="1" dirty="0"/>
              <a:t>- </a:t>
            </a:r>
            <a:r>
              <a:rPr lang="en-IN" sz="1600" b="1" dirty="0" err="1"/>
              <a:t>Tkinter</a:t>
            </a:r>
            <a:r>
              <a:rPr lang="en-IN" sz="1600" b="1" dirty="0"/>
              <a:t> (GUI framework, included in Python standard library)</a:t>
            </a:r>
          </a:p>
          <a:p>
            <a:pPr>
              <a:lnSpc>
                <a:spcPct val="120000"/>
              </a:lnSpc>
            </a:pPr>
            <a:r>
              <a:rPr lang="en-IN" sz="1600" b="1" dirty="0"/>
              <a:t>- Socket Library (TCP connection testing via </a:t>
            </a:r>
            <a:r>
              <a:rPr lang="en-IN" sz="1600" b="1" dirty="0" err="1"/>
              <a:t>socket.connect_ex</a:t>
            </a:r>
            <a:r>
              <a:rPr lang="en-IN" sz="1600" b="1" dirty="0"/>
              <a:t>())</a:t>
            </a:r>
          </a:p>
          <a:p>
            <a:pPr>
              <a:lnSpc>
                <a:spcPct val="120000"/>
              </a:lnSpc>
            </a:pPr>
            <a:r>
              <a:rPr lang="en-IN" sz="1600" b="1" dirty="0"/>
              <a:t>- Threading Library (multi-threaded port scanning with semaphore-based concurrency)</a:t>
            </a:r>
          </a:p>
          <a:p>
            <a:pPr>
              <a:lnSpc>
                <a:spcPct val="120000"/>
              </a:lnSpc>
            </a:pPr>
            <a:r>
              <a:rPr lang="en-IN" sz="1600" b="1" dirty="0"/>
              <a:t>- Queue Library (thread-safe communication between scanner and UI)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600" b="1" dirty="0"/>
              <a:t>Standard Library Modules:</a:t>
            </a:r>
          </a:p>
          <a:p>
            <a:pPr>
              <a:lnSpc>
                <a:spcPct val="120000"/>
              </a:lnSpc>
            </a:pPr>
            <a:r>
              <a:rPr lang="en-IN" sz="1600" b="1" dirty="0"/>
              <a:t>- socket (TCP operations, DNS resolution)</a:t>
            </a:r>
          </a:p>
          <a:p>
            <a:pPr>
              <a:lnSpc>
                <a:spcPct val="120000"/>
              </a:lnSpc>
            </a:pPr>
            <a:r>
              <a:rPr lang="en-IN" sz="1600" b="1" dirty="0"/>
              <a:t>- threading (multi-threaded scanning, semaphore for concurrency limits)</a:t>
            </a:r>
          </a:p>
          <a:p>
            <a:pPr>
              <a:lnSpc>
                <a:spcPct val="120000"/>
              </a:lnSpc>
            </a:pPr>
            <a:r>
              <a:rPr lang="en-IN" sz="1600" b="1" dirty="0"/>
              <a:t>- queue (thread-safe result passing)</a:t>
            </a:r>
          </a:p>
          <a:p>
            <a:pPr>
              <a:lnSpc>
                <a:spcPct val="120000"/>
              </a:lnSpc>
            </a:pPr>
            <a:r>
              <a:rPr lang="en-IN" sz="1600" b="1" dirty="0"/>
              <a:t>- time (elapsed time tracking)</a:t>
            </a:r>
          </a:p>
          <a:p>
            <a:pPr>
              <a:lnSpc>
                <a:spcPct val="120000"/>
              </a:lnSpc>
            </a:pPr>
            <a:r>
              <a:rPr lang="en-IN" sz="1600" b="1" dirty="0"/>
              <a:t>- </a:t>
            </a:r>
            <a:r>
              <a:rPr lang="en-IN" sz="1600" b="1" dirty="0" err="1"/>
              <a:t>tkinter</a:t>
            </a:r>
            <a:r>
              <a:rPr lang="en-IN" sz="1600" b="1" dirty="0"/>
              <a:t> &amp; </a:t>
            </a:r>
            <a:r>
              <a:rPr lang="en-IN" sz="1600" b="1" dirty="0" err="1"/>
              <a:t>tkinter.ttk</a:t>
            </a:r>
            <a:r>
              <a:rPr lang="en-IN" sz="1600" b="1" dirty="0"/>
              <a:t> (GUI widgets)</a:t>
            </a:r>
          </a:p>
          <a:p>
            <a:pPr>
              <a:lnSpc>
                <a:spcPct val="120000"/>
              </a:lnSpc>
            </a:pPr>
            <a:r>
              <a:rPr lang="en-IN" sz="1600" b="1" dirty="0"/>
              <a:t>- </a:t>
            </a:r>
            <a:r>
              <a:rPr lang="en-IN" sz="1600" b="1" dirty="0" err="1"/>
              <a:t>tkinter.messagebox</a:t>
            </a:r>
            <a:r>
              <a:rPr lang="en-IN" sz="1600" b="1" dirty="0"/>
              <a:t> (dialog boxes)</a:t>
            </a:r>
          </a:p>
          <a:p>
            <a:pPr>
              <a:lnSpc>
                <a:spcPct val="120000"/>
              </a:lnSpc>
            </a:pPr>
            <a:r>
              <a:rPr lang="en-IN" sz="1600" b="1" dirty="0"/>
              <a:t>- </a:t>
            </a:r>
            <a:r>
              <a:rPr lang="en-IN" sz="1600" b="1" dirty="0" err="1"/>
              <a:t>tkinter.filedialog</a:t>
            </a:r>
            <a:r>
              <a:rPr lang="en-IN" sz="1600" b="1" dirty="0"/>
              <a:t> (file save dialog)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304107"/>
            <a:ext cx="5306291" cy="847817"/>
          </a:xfrm>
        </p:spPr>
        <p:txBody>
          <a:bodyPr>
            <a:normAutofit fontScale="90000"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7AE2B-BFCC-087F-DB25-7D23BFEC67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EE596A-5579-1565-1791-ADC7FCB53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9" y="1275371"/>
            <a:ext cx="8891897" cy="473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C197C-F4D2-AE62-0ACD-BDA9C5BD4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174118"/>
            <a:ext cx="9312748" cy="493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C2C0F-18E3-0FD8-7720-680FFCF1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75" y="1138136"/>
            <a:ext cx="7438125" cy="526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1F3EA9-CD3D-D67C-4533-2426D5D44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881" y="1147864"/>
            <a:ext cx="7070858" cy="500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1DCC0-D201-5806-A42E-6E11A6718E83}"/>
              </a:ext>
            </a:extLst>
          </p:cNvPr>
          <p:cNvSpPr txBox="1"/>
          <p:nvPr/>
        </p:nvSpPr>
        <p:spPr>
          <a:xfrm>
            <a:off x="2135221" y="1996882"/>
            <a:ext cx="609924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hlinkClick r:id="rId2"/>
              </a:rPr>
              <a:t>https://github.com/WisteriaM7/NETWORK-PORT-SCANNER-GUI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6492" y="2650144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115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16c05727-aa75-4e4a-9b5f-8a80a1165891"/>
    <ds:schemaRef ds:uri="http://schemas.microsoft.com/office/2006/metadata/properties"/>
    <ds:schemaRef ds:uri="http://purl.org/dc/terms/"/>
    <ds:schemaRef ds:uri="71af3243-3dd4-4a8d-8c0d-dd76da1f02a5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619</TotalTime>
  <Words>431</Words>
  <Application>Microsoft Office PowerPoint</Application>
  <PresentationFormat>Widescreen</PresentationFormat>
  <Paragraphs>44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NETWORK PORT SCANNER GUI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maaran m</cp:lastModifiedBy>
  <cp:revision>90</cp:revision>
  <dcterms:created xsi:type="dcterms:W3CDTF">2021-07-11T13:13:15Z</dcterms:created>
  <dcterms:modified xsi:type="dcterms:W3CDTF">2026-04-10T16:04:54Z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